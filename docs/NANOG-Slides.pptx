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Peer 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Should You Peer With That ASN?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[Your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NANOG [XX]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"Is this network safe to peer with?"</a:t>
            </a:r>
          </a:p>
          <a:p>
            <a:pPr>
              <a:spcAft>
                <a:spcPts val="1200"/>
              </a:spcAft>
              <a:defRPr sz="2400"/>
            </a:pPr>
            <a:r>
              <a:t>• Peering decisions based on PeeringDB + gut feel</a:t>
            </a:r>
          </a:p>
          <a:p>
            <a:pPr>
              <a:spcAft>
                <a:spcPts val="1200"/>
              </a:spcAft>
              <a:defRPr sz="2400"/>
            </a:pPr>
            <a:r>
              <a:t>• No visibility into routing behavior before peering</a:t>
            </a:r>
          </a:p>
          <a:p>
            <a:pPr>
              <a:spcAft>
                <a:spcPts val="1200"/>
              </a:spcAft>
              <a:defRPr sz="2400"/>
            </a:pPr>
            <a:r>
              <a:t>• Discover problems after the BGP session is up</a:t>
            </a:r>
          </a:p>
          <a:p>
            <a:pPr>
              <a:spcAft>
                <a:spcPts val="1200"/>
              </a:spcAft>
              <a:defRPr sz="2400"/>
            </a:pPr>
            <a:r>
              <a:t>• Route leaks and hijacks from peers are expensive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Real Example: Cloudflare 1.1.1.1 (June 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AS267613 (Eletronet) announced 1.1.1.1/32</a:t>
            </a:r>
          </a:p>
          <a:p>
            <a:pPr>
              <a:spcAft>
                <a:spcPts val="1200"/>
              </a:spcAft>
              <a:defRPr sz="2400"/>
            </a:pPr>
            <a:r>
              <a:t>• AS262504 leaked 1.1.1.0/24 to upstreams</a:t>
            </a:r>
          </a:p>
          <a:p>
            <a:pPr>
              <a:spcAft>
                <a:spcPts val="1200"/>
              </a:spcAft>
              <a:defRPr sz="2400"/>
            </a:pPr>
            <a:r>
              <a:t>• Affected traffic for 7+ hours</a:t>
            </a:r>
          </a:p>
          <a:p>
            <a:pPr>
              <a:spcAft>
                <a:spcPts val="1200"/>
              </a:spcAft>
              <a:defRPr sz="2400"/>
            </a:pPr>
            <a:r>
              <a:t>• Would you have peered with AS267613?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1187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Question: Could we have known this network was risky before the incident?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Introducing Route Sherlock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Open-source CLI tool for Peer Risk Intelligence</a:t>
            </a:r>
          </a:p>
          <a:p>
            <a:pPr>
              <a:spcAft>
                <a:spcPts val="1200"/>
              </a:spcAft>
              <a:defRPr sz="2400"/>
            </a:pPr>
            <a:r>
              <a:t>• Data: RIPEstat + PeeringDB + BGPStream + Claude AI</a:t>
            </a:r>
          </a:p>
          <a:p>
            <a:pPr>
              <a:spcAft>
                <a:spcPts val="1200"/>
              </a:spcAft>
              <a:defRPr sz="2400"/>
            </a:pPr>
            <a:r>
              <a:t>• Features: Risk scoring, backtesting, IX overlap, AI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The Command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$ route-sherlock peer-risk AS64500</a:t>
            </a:r>
            <a:br/>
            <a:br/>
            <a:r>
              <a:t># Options:</a:t>
            </a:r>
            <a:br/>
            <a:r>
              <a:t>$ route-sherlock peer-risk AS64500 --my-asn AS13335  # IX overlap</a:t>
            </a:r>
            <a:br/>
            <a:r>
              <a:t>$ route-sherlock peer-risk AS64500 --days 180        # Extended history</a:t>
            </a:r>
            <a:br/>
            <a:r>
              <a:t>$ route-sherlock peer-risk AS64500 --ai              # AI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Demo: Scoring Cloudflare (AS13335)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$ route-sherlock peer-risk AS13335</a:t>
            </a:r>
            <a:br/>
            <a:br/>
            <a:r>
              <a:t>+==================== Peer Risk Score ====================+</a:t>
            </a:r>
            <a:br/>
            <a:r>
              <a:t>| 100/100 (100.0%)                                        |</a:t>
            </a:r>
            <a:br/>
            <a:r>
              <a:t>| Risk Level: LOW                                         |</a:t>
            </a:r>
            <a:br/>
            <a:r>
              <a:t>| Recommendation: RECOMMENDED                             |</a:t>
            </a:r>
            <a:br/>
            <a:r>
              <a:t>+=========================================================+</a:t>
            </a:r>
            <a:br/>
            <a:br/>
            <a:r>
              <a:t>Network: CLOUDFLARENET | Policy: Open | IXes: 350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11277295" cy="731520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Perfect score - safe to peer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Demo: Scoring Eletronet (AS267613)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$ route-sherlock peer-risk AS267613</a:t>
            </a:r>
            <a:br/>
            <a:br/>
            <a:r>
              <a:t>+==================== Peer Risk Score ====================+</a:t>
            </a:r>
            <a:br/>
            <a:r>
              <a:t>| 72/100 (72.0%)                                          |</a:t>
            </a:r>
            <a:br/>
            <a:r>
              <a:t>| Risk Level: MODERATE                                    |</a:t>
            </a:r>
            <a:br/>
            <a:r>
              <a:t>| Recommendation: ACCEPTABLE WITH MONITORING              |</a:t>
            </a:r>
            <a:br/>
            <a:r>
              <a:t>+=========================================================+</a:t>
            </a:r>
            <a:br/>
            <a:br/>
            <a:r>
              <a:t>Stability: 5/30 - High churn: 1637 updates/day (-25)</a:t>
            </a:r>
            <a:br/>
            <a:r>
              <a:t>Warning: High BGP churn detected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11277295" cy="731520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Flagged BEFORE the incident occurred!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Scoring Algorithm (100 points)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What We Check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Maturity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PeeringDB presence, IRR as-set, policy URL, IX count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Stability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BGP update frequency (churn detection)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Incident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Upstream diversity, topology redundancy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Policy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 (+10), Selective (+7), Restrictive (+3)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IRR registration, transit relationships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Risk Levels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Risk Level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Recommended - standard peering process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60-79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Acceptable - implement monitoring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40-59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ELEVATED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Caution - strict prefix limits, IRR filtering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0-39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Not recommended - decline or require remediation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Stability Score: BGP Churn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Query RIPEstat for BGP updates over time</a:t>
            </a:r>
          </a:p>
          <a:p>
            <a:pPr>
              <a:spcAft>
                <a:spcPts val="1200"/>
              </a:spcAft>
              <a:defRPr sz="2400"/>
            </a:pPr>
            <a:r>
              <a:t>• Calculate updates per day average</a:t>
            </a:r>
          </a:p>
          <a:p>
            <a:pPr>
              <a:spcAft>
                <a:spcPts val="1200"/>
              </a:spcAft>
              <a:defRPr sz="2400"/>
            </a:pPr>
            <a:r>
              <a:t>• Thresholds: &lt;10/day stable, &gt;100/day high churn</a:t>
            </a:r>
          </a:p>
          <a:p>
            <a:pPr>
              <a:spcAft>
                <a:spcPts val="1200"/>
              </a:spcAft>
              <a:defRPr sz="2400"/>
            </a:pPr>
            <a:r>
              <a:t>• AS267613 had 1,637 updates/day = 5/30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IX Overlap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$ route-sherlock peer-risk AS15169 --my-asn AS13335</a:t>
            </a:r>
            <a:br/>
            <a:br/>
            <a:r>
              <a:t>## IX Overlap</a:t>
            </a:r>
            <a:br/>
            <a:r>
              <a:t>   Common IXes: 164</a:t>
            </a:r>
            <a:br/>
            <a:r>
              <a:t>   Your IXes: 350 | Target IXes: 198</a:t>
            </a:r>
            <a:br/>
            <a:r>
              <a:t>   Can peer at 164 location(s)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11277295" cy="731520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Instantly see where you can peer - useful for peering coordinators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Historical Backtesting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$ route-sherlock backtest 1.1.1.0/24 --origin AS13335 \</a:t>
            </a:r>
            <a:br/>
            <a:r>
              <a:t>    --time "2024-06-27 18:00" --duration 8h</a:t>
            </a:r>
            <a:br/>
            <a:br/>
            <a:r>
              <a:t>Anomalies Detected: 329</a:t>
            </a:r>
            <a:br/>
            <a:br/>
            <a:r>
              <a:t>#1 [HIGH] ROUTE LEAK</a:t>
            </a:r>
            <a:br/>
            <a:r>
              <a:t>   Time: 2024-06-27T18:49:06</a:t>
            </a:r>
            <a:br/>
            <a:r>
              <a:t>   AS Path: 50763 &gt; 1031 &gt; 262504 &gt; 267613 &gt; 13335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Validation: Did It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Cloudflare reported: Incident started ~18:51 UTC</a:t>
            </a:r>
          </a:p>
          <a:p>
            <a:pPr>
              <a:spcAft>
                <a:spcPts val="1200"/>
              </a:spcAft>
              <a:defRPr sz="2400"/>
            </a:pPr>
            <a:r>
              <a:t>• Route Sherlock found: First anomaly 18:49:06 UTC</a:t>
            </a:r>
          </a:p>
          <a:p>
            <a:pPr>
              <a:spcAft>
                <a:spcPts val="1200"/>
              </a:spcAft>
              <a:defRPr sz="2400"/>
            </a:pPr>
            <a:r>
              <a:t>• Correctly identified AS267613 and AS262504</a:t>
            </a:r>
          </a:p>
          <a:p>
            <a:pPr>
              <a:spcAft>
                <a:spcPts val="1200"/>
              </a:spcAft>
              <a:defRPr sz="2400"/>
            </a:pPr>
            <a:r>
              <a:t>• Duration match: 7.6 hours vs 7.5 hours reported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1187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Detected 2 minutes BEFORE Cloudflare's reported start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AI-Powered Analysis (Optional)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$ route-sherlock peer-risk AS267613 --ai</a:t>
            </a:r>
            <a:br/>
            <a:br/>
            <a:r>
              <a:t>+--------------- AI-Generated Risk Assessment ---------------+</a:t>
            </a:r>
            <a:br/>
            <a:r>
              <a:t>| Executive Summary:                                         |</a:t>
            </a:r>
            <a:br/>
            <a:r>
              <a:t>| Conditional peer. AS267613 shows concerning stability      |</a:t>
            </a:r>
            <a:br/>
            <a:r>
              <a:t>| metrics with 1,637 BGP updates/day.                        |</a:t>
            </a:r>
            <a:br/>
            <a:r>
              <a:t>|                                                            |</a:t>
            </a:r>
            <a:br/>
            <a:r>
              <a:t>| Technical Safeguards:                                      |</a:t>
            </a:r>
            <a:br/>
            <a:r>
              <a:t>| - Max-prefix limit: 15 (they announce 7 prefixes)          |</a:t>
            </a:r>
            <a:br/>
            <a:r>
              <a:t>| - Require IRR filtering against RADB::AS-267613            |</a:t>
            </a:r>
            <a:br/>
            <a:r>
              <a:t>| - Enable RPKI-invalid rejection                            |</a:t>
            </a:r>
            <a:br/>
            <a:r>
              <a:t>+------------------------------------------------------------+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How Is This Different?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BGPalerter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ARTEMIS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Route Sherlock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Real-time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Historical backtesting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Peer risk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analysis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"Should I peer?"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 source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Practical Safeguards by Risk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Max-Prefix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IRR Filter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RPKI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2x announced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Warn on invalid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1.5x announced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Strict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Reject invalid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ELEVATED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1.2x announced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Strict + 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Reject invalid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Decline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# Install</a:t>
            </a:r>
            <a:br/>
            <a:r>
              <a:t>$ pip install route-sherlock</a:t>
            </a:r>
            <a:br/>
            <a:br/>
            <a:r>
              <a:t># For historical backtesting</a:t>
            </a:r>
            <a:br/>
            <a:r>
              <a:t>$ brew install bgpstream</a:t>
            </a:r>
            <a:br/>
            <a:r>
              <a:t>$ pip install pybgpstream</a:t>
            </a:r>
            <a:br/>
            <a:br/>
            <a:r>
              <a:t># Optional: AI synthesis</a:t>
            </a:r>
            <a:br/>
            <a:r>
              <a:t>$ export ANTHROPIC_API_KEY="your-key"</a:t>
            </a:r>
            <a:br/>
            <a:br/>
            <a:r>
              <a:t># Run</a:t>
            </a:r>
            <a:br/>
            <a:r>
              <a:t>$ route-sherlock peer-risk AS64500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Problem: No tool answers 'Should I peer with this ASN?'</a:t>
            </a:r>
          </a:p>
          <a:p>
            <a:pPr>
              <a:spcAft>
                <a:spcPts val="1200"/>
              </a:spcAft>
              <a:defRPr sz="2400"/>
            </a:pPr>
            <a:r>
              <a:t>• Solution: Route Sherlock - Peer Risk Intelligence</a:t>
            </a:r>
          </a:p>
          <a:p>
            <a:pPr>
              <a:spcAft>
                <a:spcPts val="1200"/>
              </a:spcAft>
              <a:defRPr sz="2400"/>
            </a:pPr>
            <a:r>
              <a:t>• How: RIPEstat + PeeringDB + BGPStream + AI</a:t>
            </a:r>
          </a:p>
          <a:p>
            <a:pPr>
              <a:spcAft>
                <a:spcPts val="1200"/>
              </a:spcAft>
              <a:defRPr sz="2400"/>
            </a:pPr>
            <a:r>
              <a:t>• Validated: Correctly flags networks involved in real incidents</a:t>
            </a:r>
          </a:p>
          <a:p>
            <a:pPr>
              <a:spcAft>
                <a:spcPts val="1200"/>
              </a:spcAft>
              <a:defRPr sz="2400"/>
            </a:pPr>
            <a:r>
              <a:t>• Practical: Outputs actionable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11277295" cy="731520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Try it: Score a network you're considering peering with today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GitHub: [your-repo-url]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[your-email]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[your-twitter/linkedin]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Backup: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4D4D4"/>
                </a:solidFill>
                <a:latin typeface="Courier New"/>
              </a:defRPr>
            </a:pPr>
            <a:r>
              <a:t>route_sherlock/</a:t>
            </a:r>
            <a:br/>
            <a:r>
              <a:t>├── cli/</a:t>
            </a:r>
            <a:br/>
            <a:r>
              <a:t>│   ├── main.py          # Typer CLI entry point</a:t>
            </a:r>
            <a:br/>
            <a:r>
              <a:t>│   └── commands.py      # Command implementations</a:t>
            </a:r>
            <a:br/>
            <a:r>
              <a:t>├── collectors/</a:t>
            </a:r>
            <a:br/>
            <a:r>
              <a:t>│   ├── ripestat.py      # RIPEstat API client</a:t>
            </a:r>
            <a:br/>
            <a:r>
              <a:t>│   ├── peeringdb.py     # PeeringDB API client</a:t>
            </a:r>
            <a:br/>
            <a:r>
              <a:t>│   └── bgpstream.py     # Historical BGP archives</a:t>
            </a:r>
            <a:br/>
            <a:r>
              <a:t>└── synthesis/</a:t>
            </a:r>
            <a:br/>
            <a:r>
              <a:t>    └── engine.py        # AI synthesis with Claude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11277295" cy="731520"/>
          </a:xfrm>
          <a:prstGeom prst="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Python 3.11+ | Rich terminal UI | pybgpstream for RouteViews/RIPE RIS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